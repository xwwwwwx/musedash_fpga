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288" r:id="rId3"/>
    <p:sldId id="307" r:id="rId4"/>
    <p:sldId id="30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8F"/>
    <a:srgbClr val="FFFF99"/>
    <a:srgbClr val="FFFFFF"/>
    <a:srgbClr val="0E419C"/>
    <a:srgbClr val="8BB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754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6E05E-52B5-4625-ABB7-1F4EC794E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75677F-7635-44EC-A97C-8C3B813E3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E4A0C-9FC3-47D7-9BCF-018793EBB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08DECE-E51C-49DD-899F-EED93F61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5091B3-F7D0-46C6-90DD-9AC4C473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77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DAEA10-A6D9-48DF-BD68-FC96BB79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CA458B-D541-4FC6-B6E7-21BB9A383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246532-078A-4FF5-AC58-BC8673E2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BDF99F-1EF6-4155-8721-595E9066C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CAB57F-9848-49A4-8FF8-16684D3B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29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9F9E6-88BB-4455-910F-3D8ACA915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27EB83-5303-43DF-8364-FDBA843C1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F273F8-B470-461B-B599-2CAD3A5B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F31E25-64C7-4064-80E5-5E5CC2AE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4B0B67-C7E5-4F7D-80DA-41CAEC46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879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B4632-BB16-4575-98B7-22E9C6B2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58060-2AD2-4203-AE4F-2B5A94236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0E25F4-423E-4C9D-8CB4-C03E5F7D3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4FFA42-72B5-4B3C-8187-28CD6666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FB89B2-48DF-4A73-A68E-6D1ACC4BE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3C20BC-8414-4758-AF5F-B4C25037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23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BBC04-E6E8-4AE1-AEC2-F9AA59321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BA8245-7337-4C22-A0B1-7339FE101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F3DDAB-98AB-42D6-8070-22029400C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D89A2C-8E7B-4B25-A7D9-FFB3C6D8A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E2F303-5776-4BEC-8E5B-F86015AC2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6AB277-8505-45B5-9497-CC1263F70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82DF99-26F8-4694-BEE9-297CC278B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2BF456-DB82-4FB5-A564-609B498C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62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F4337-BA5E-4F8D-9E7E-0419305C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DA7BE4-7E09-4CD6-BEC2-8FD5660E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5F89BE-FCCE-417A-B07E-D7285B88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E0E315-D450-4CB0-A6E0-4C641468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70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46059C-502F-4005-BAA2-3157BAA7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070C50-4DAE-4B11-908E-DE2C3283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6CAD2E-D4B5-4667-8ECD-F47E666D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03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D0E21-929A-4B4A-8A88-C33488814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5BF6F-5C53-4E93-B7A8-00DA3329B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55F1B-2E97-414D-AAD3-4BE9BB8B3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7E1D70-78ED-4DBD-9C3F-7AAA7D7F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6E9B15-A247-47EB-8AF8-08E1658F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9AEF42-B0E6-4AB4-98BE-08D42CC2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432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817F5-5286-47BA-A0A6-3191D5495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DB0E03-42C2-4E14-8ACE-0F7C58EAF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89A61B-847A-4938-94FC-AC9FD9FDC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0EB467-2F8F-48B7-8ED1-12D7DBB7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BAADFD-8F55-4372-AA30-CB7C1A91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0F2EFD-829B-4C94-BF6D-21418DF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56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1A04A-F744-4531-A0B8-7034E8E6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E94B45-1139-4BC0-AAE7-277BF8382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F30A07-23CD-4943-BA20-1D35A80A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EA0C3-03E4-45DF-BC22-9AB996D9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638B20-44A6-4070-B6C9-2A2D87EA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06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DA55A5-D5C0-4060-9405-44EDCDEA4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8539D7-2569-4D61-8D76-2BD534ABE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E4A145-D699-4561-AF0F-9644CB4D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B8BCE-C7BA-4FBB-9FD6-E06839CB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018AB8-58BF-482E-B3A2-13096CF8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93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chemeClr val="bg1">
                <a:lumMod val="85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D6EBF7-970C-42AC-9E03-6F7282470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6A33D7-79A5-44F5-931F-F6AEA35CA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800E17-5633-4C0B-9E12-E419FED4F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F844C-7A6C-4488-A0D0-CF56F3AA2AF9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BC1854-61EF-4C8C-BBBA-DB73BBD33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7CB526-034D-45F3-BC76-BDFB53CA5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DC8A0-A968-4D5D-AD9E-3493663099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9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D32A-650F-CF2D-569F-F16D91CA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C4593191-2812-39F9-15A9-38DBAEEB7EA4}"/>
              </a:ext>
            </a:extLst>
          </p:cNvPr>
          <p:cNvGrpSpPr/>
          <p:nvPr/>
        </p:nvGrpSpPr>
        <p:grpSpPr>
          <a:xfrm>
            <a:off x="0" y="147919"/>
            <a:ext cx="10188388" cy="733347"/>
            <a:chOff x="1026459" y="557573"/>
            <a:chExt cx="10188388" cy="733347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9998F0E-BA7F-AC83-A9B9-F95F1E5D42F1}"/>
                </a:ext>
              </a:extLst>
            </p:cNvPr>
            <p:cNvSpPr/>
            <p:nvPr/>
          </p:nvSpPr>
          <p:spPr>
            <a:xfrm>
              <a:off x="1026459" y="557573"/>
              <a:ext cx="10188388" cy="73334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6" name="图片 45" descr="图片包含 户外, 标牌&#10;&#10;已生成极高可信度的说明">
              <a:extLst>
                <a:ext uri="{FF2B5EF4-FFF2-40B4-BE49-F238E27FC236}">
                  <a16:creationId xmlns:a16="http://schemas.microsoft.com/office/drawing/2014/main" id="{4F22B81E-3ED3-7E1B-0DF9-C43E7E9BBB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55" t="15329" b="5033"/>
            <a:stretch/>
          </p:blipFill>
          <p:spPr>
            <a:xfrm>
              <a:off x="1026459" y="557574"/>
              <a:ext cx="748553" cy="733346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50E5528-2690-6728-73A3-9E82418E02CC}"/>
              </a:ext>
            </a:extLst>
          </p:cNvPr>
          <p:cNvSpPr txBox="1"/>
          <p:nvPr/>
        </p:nvSpPr>
        <p:spPr>
          <a:xfrm>
            <a:off x="783515" y="232462"/>
            <a:ext cx="9421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pc="600" dirty="0">
                <a:solidFill>
                  <a:schemeClr val="bg1"/>
                </a:solidFill>
                <a:latin typeface="Adobe Gothic Std B" panose="020B0800000000000000" pitchFamily="34" charset="-128"/>
              </a:rPr>
              <a:t>软件设计：</a:t>
            </a:r>
            <a:r>
              <a:rPr lang="en-US" altLang="zh-CN" sz="3200" spc="600" dirty="0">
                <a:solidFill>
                  <a:schemeClr val="bg1"/>
                </a:solidFill>
                <a:latin typeface="Adobe Gothic Std B" panose="020B0800000000000000" pitchFamily="34" charset="-128"/>
              </a:rPr>
              <a:t>Tap with 3 kind of tracks </a:t>
            </a:r>
            <a:endParaRPr lang="zh-CN" altLang="en-US" sz="3200" spc="600" dirty="0">
              <a:solidFill>
                <a:schemeClr val="bg1"/>
              </a:solidFill>
              <a:latin typeface="Adobe Gothic Std B" panose="020B0800000000000000" pitchFamily="34" charset="-128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13E3B1-60E7-4DA1-9B23-6BE6985BD9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40" t="26013" r="63456" b="26275"/>
          <a:stretch/>
        </p:blipFill>
        <p:spPr>
          <a:xfrm>
            <a:off x="8005482" y="1550893"/>
            <a:ext cx="3706906" cy="327211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FAE0612-5210-42FE-8B09-EFD7DFF40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364" y="1550892"/>
            <a:ext cx="3290047" cy="33009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D62E108-5544-42B6-859B-91C787227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13" y="1550892"/>
            <a:ext cx="3031580" cy="33501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09769D2-B51F-4D18-87BA-C900C6A9605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9678"/>
          <a:stretch/>
        </p:blipFill>
        <p:spPr>
          <a:xfrm>
            <a:off x="8763061" y="5307107"/>
            <a:ext cx="2434023" cy="9978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95DFD64-FF10-4E8D-8EFB-2E5EB3BC5D0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8154"/>
          <a:stretch/>
        </p:blipFill>
        <p:spPr>
          <a:xfrm>
            <a:off x="4610100" y="5570653"/>
            <a:ext cx="2273344" cy="50490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F0405F9-E4AE-4CF9-A232-C538AFD1878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8127" b="57961"/>
          <a:stretch/>
        </p:blipFill>
        <p:spPr>
          <a:xfrm>
            <a:off x="531470" y="5570653"/>
            <a:ext cx="2273344" cy="55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5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9C5B4-3683-EB06-3FA7-E527B98A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D0E54819-B976-5F10-B5A7-430C2085024B}"/>
              </a:ext>
            </a:extLst>
          </p:cNvPr>
          <p:cNvGrpSpPr/>
          <p:nvPr/>
        </p:nvGrpSpPr>
        <p:grpSpPr>
          <a:xfrm>
            <a:off x="0" y="147919"/>
            <a:ext cx="10188388" cy="733347"/>
            <a:chOff x="1026459" y="557573"/>
            <a:chExt cx="10188388" cy="733347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0CC8EF7-56A2-5570-49B0-E561CF722660}"/>
                </a:ext>
              </a:extLst>
            </p:cNvPr>
            <p:cNvSpPr/>
            <p:nvPr/>
          </p:nvSpPr>
          <p:spPr>
            <a:xfrm>
              <a:off x="1026459" y="557573"/>
              <a:ext cx="10188388" cy="73334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6" name="图片 45" descr="图片包含 户外, 标牌&#10;&#10;已生成极高可信度的说明">
              <a:extLst>
                <a:ext uri="{FF2B5EF4-FFF2-40B4-BE49-F238E27FC236}">
                  <a16:creationId xmlns:a16="http://schemas.microsoft.com/office/drawing/2014/main" id="{C706BF15-F3DF-B9DF-767C-A6CB4B7C7F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55" t="15329" b="5033"/>
            <a:stretch/>
          </p:blipFill>
          <p:spPr>
            <a:xfrm>
              <a:off x="1026459" y="557574"/>
              <a:ext cx="748553" cy="733346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D749FCA-C8A7-DD5D-E3C9-75AA0C2EB91D}"/>
              </a:ext>
            </a:extLst>
          </p:cNvPr>
          <p:cNvSpPr txBox="1"/>
          <p:nvPr/>
        </p:nvSpPr>
        <p:spPr>
          <a:xfrm>
            <a:off x="765585" y="232462"/>
            <a:ext cx="9847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pc="600" dirty="0">
                <a:solidFill>
                  <a:schemeClr val="bg1"/>
                </a:solidFill>
                <a:latin typeface="Adobe Gothic Std B" panose="020B0800000000000000" pitchFamily="34" charset="-128"/>
              </a:rPr>
              <a:t>软件设计：</a:t>
            </a:r>
            <a:r>
              <a:rPr lang="en-US" altLang="zh-CN" sz="3200" spc="600" dirty="0">
                <a:solidFill>
                  <a:schemeClr val="bg1"/>
                </a:solidFill>
                <a:latin typeface="Adobe Gothic Std B" panose="020B0800000000000000" pitchFamily="34" charset="-128"/>
              </a:rPr>
              <a:t> Hold with 3 kind of tracks </a:t>
            </a:r>
            <a:endParaRPr lang="zh-CN" altLang="en-US" sz="3200" spc="600" dirty="0">
              <a:solidFill>
                <a:schemeClr val="bg1"/>
              </a:solidFill>
              <a:latin typeface="Adobe Gothic Std B" panose="020B0800000000000000" pitchFamily="34" charset="-128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8E67C8-C22C-484B-A604-51ECCB505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53" y="1848783"/>
            <a:ext cx="3377464" cy="23587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FF08A65-5E93-41B6-9ABA-EE07C6F55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894" y="1883055"/>
            <a:ext cx="4139105" cy="229019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364EA2E-A1FA-416A-97F8-0A4FA948D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4465" y="1883055"/>
            <a:ext cx="3506876" cy="234071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870E8E4-2E99-4B1F-886C-7DC201064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4736" y="4751876"/>
            <a:ext cx="2103419" cy="149237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F1D70D3-5F3F-45E4-9C9C-AFF1F46596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379" y="4741736"/>
            <a:ext cx="2110396" cy="150251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EEE3BD8-B042-41B4-95A0-161229AC1E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2913" y="4540358"/>
            <a:ext cx="1790950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0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4FFB-4AF1-15F2-CB99-B5ACFB0B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ED647FF0-7D0B-D5EF-2827-5DAD606D8E28}"/>
              </a:ext>
            </a:extLst>
          </p:cNvPr>
          <p:cNvGrpSpPr/>
          <p:nvPr/>
        </p:nvGrpSpPr>
        <p:grpSpPr>
          <a:xfrm>
            <a:off x="0" y="147919"/>
            <a:ext cx="10188388" cy="733347"/>
            <a:chOff x="1026459" y="557573"/>
            <a:chExt cx="10188388" cy="733347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3C7A6A7-DA07-CEEE-08FC-872AFEF504B1}"/>
                </a:ext>
              </a:extLst>
            </p:cNvPr>
            <p:cNvSpPr/>
            <p:nvPr/>
          </p:nvSpPr>
          <p:spPr>
            <a:xfrm>
              <a:off x="1026459" y="557573"/>
              <a:ext cx="10188388" cy="73334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6" name="图片 45" descr="图片包含 户外, 标牌&#10;&#10;已生成极高可信度的说明">
              <a:extLst>
                <a:ext uri="{FF2B5EF4-FFF2-40B4-BE49-F238E27FC236}">
                  <a16:creationId xmlns:a16="http://schemas.microsoft.com/office/drawing/2014/main" id="{F0F3E2FD-EFE8-7BCF-BFD5-7815EC9F75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55" t="15329" b="5033"/>
            <a:stretch/>
          </p:blipFill>
          <p:spPr>
            <a:xfrm>
              <a:off x="1026459" y="557574"/>
              <a:ext cx="748553" cy="733346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48D5C59-EF50-1387-7E12-74587C435D0F}"/>
              </a:ext>
            </a:extLst>
          </p:cNvPr>
          <p:cNvSpPr txBox="1"/>
          <p:nvPr/>
        </p:nvSpPr>
        <p:spPr>
          <a:xfrm>
            <a:off x="783515" y="232462"/>
            <a:ext cx="4570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pc="600" dirty="0">
                <a:solidFill>
                  <a:schemeClr val="bg1"/>
                </a:solidFill>
                <a:latin typeface="Adobe Gothic Std B" panose="020B0800000000000000" pitchFamily="34" charset="-128"/>
              </a:rPr>
              <a:t>软件设计：随机谱面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F1BB44-2539-4E37-8005-C6F92EDE5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40" t="26013" r="63456" b="26275"/>
          <a:stretch/>
        </p:blipFill>
        <p:spPr>
          <a:xfrm>
            <a:off x="5480962" y="1288716"/>
            <a:ext cx="2651025" cy="23400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BF2EF6-CE42-442A-A834-435A654C2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489" y="1302327"/>
            <a:ext cx="2352904" cy="23607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5F10EB3-4381-4A86-93F7-5DAE08541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860" y="1302327"/>
            <a:ext cx="2168060" cy="239587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FDF5AF-CD2E-410C-9D94-8F7DA2419C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82" y="3927506"/>
            <a:ext cx="3302008" cy="23060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35FFFEC-551B-4A32-854C-0CDBDBAC0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7105" y="3927506"/>
            <a:ext cx="4123104" cy="22813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0683A7E-ECDD-4378-B02C-0385FD5EB2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4298" y="3927506"/>
            <a:ext cx="3428529" cy="22884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ACEE497-0E41-410F-8069-3A220B3A52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8310" y="1298644"/>
            <a:ext cx="3560155" cy="232022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72D78A7-209A-4894-B50F-CF1DD26F98A7}"/>
              </a:ext>
            </a:extLst>
          </p:cNvPr>
          <p:cNvSpPr/>
          <p:nvPr/>
        </p:nvSpPr>
        <p:spPr>
          <a:xfrm>
            <a:off x="943741" y="3115556"/>
            <a:ext cx="1847502" cy="769441"/>
          </a:xfrm>
          <a:prstGeom prst="rect">
            <a:avLst/>
          </a:prstGeom>
          <a:solidFill>
            <a:srgbClr val="FFFFFF">
              <a:alpha val="29020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28.3%</a:t>
            </a:r>
            <a:endParaRPr lang="zh-CN" alt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D45E32-9B32-4825-8C0F-40D54EC8F122}"/>
              </a:ext>
            </a:extLst>
          </p:cNvPr>
          <p:cNvSpPr/>
          <p:nvPr/>
        </p:nvSpPr>
        <p:spPr>
          <a:xfrm>
            <a:off x="3506495" y="3094037"/>
            <a:ext cx="1847502" cy="769441"/>
          </a:xfrm>
          <a:prstGeom prst="rect">
            <a:avLst/>
          </a:prstGeom>
          <a:solidFill>
            <a:srgbClr val="FFFFFF">
              <a:alpha val="29020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28.3%</a:t>
            </a:r>
            <a:endParaRPr lang="zh-CN" alt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376A03-3649-4129-A183-F4534AEAE99B}"/>
              </a:ext>
            </a:extLst>
          </p:cNvPr>
          <p:cNvSpPr/>
          <p:nvPr/>
        </p:nvSpPr>
        <p:spPr>
          <a:xfrm>
            <a:off x="6656432" y="3069622"/>
            <a:ext cx="1847502" cy="769441"/>
          </a:xfrm>
          <a:prstGeom prst="rect">
            <a:avLst/>
          </a:prstGeom>
          <a:solidFill>
            <a:srgbClr val="FFFFFF">
              <a:alpha val="29020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28.3%</a:t>
            </a:r>
            <a:endParaRPr lang="zh-CN" alt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BC4E29-05D9-494E-B88B-82E8B5BD2D4A}"/>
              </a:ext>
            </a:extLst>
          </p:cNvPr>
          <p:cNvSpPr/>
          <p:nvPr/>
        </p:nvSpPr>
        <p:spPr>
          <a:xfrm>
            <a:off x="1954696" y="5575967"/>
            <a:ext cx="1847502" cy="769441"/>
          </a:xfrm>
          <a:prstGeom prst="rect">
            <a:avLst/>
          </a:prstGeom>
          <a:solidFill>
            <a:srgbClr val="FFFFFF">
              <a:alpha val="29020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4.75%</a:t>
            </a:r>
            <a:endParaRPr lang="zh-CN" alt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1E11B1-5368-4045-94B8-46DD6951A899}"/>
              </a:ext>
            </a:extLst>
          </p:cNvPr>
          <p:cNvSpPr/>
          <p:nvPr/>
        </p:nvSpPr>
        <p:spPr>
          <a:xfrm>
            <a:off x="6162707" y="5540653"/>
            <a:ext cx="1847502" cy="769441"/>
          </a:xfrm>
          <a:prstGeom prst="rect">
            <a:avLst/>
          </a:prstGeom>
          <a:solidFill>
            <a:srgbClr val="FFFFFF">
              <a:alpha val="29020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4.75%</a:t>
            </a:r>
            <a:endParaRPr lang="zh-CN" alt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3FA13D-2244-4D07-A690-C6873C032E3D}"/>
              </a:ext>
            </a:extLst>
          </p:cNvPr>
          <p:cNvSpPr/>
          <p:nvPr/>
        </p:nvSpPr>
        <p:spPr>
          <a:xfrm>
            <a:off x="9929216" y="5507056"/>
            <a:ext cx="1847502" cy="769441"/>
          </a:xfrm>
          <a:prstGeom prst="rect">
            <a:avLst/>
          </a:prstGeom>
          <a:solidFill>
            <a:srgbClr val="FFFFFF">
              <a:alpha val="29020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5%</a:t>
            </a:r>
            <a:endParaRPr lang="zh-CN" alt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5B0135-F9FE-4941-8B6C-C315528BFDAE}"/>
              </a:ext>
            </a:extLst>
          </p:cNvPr>
          <p:cNvSpPr/>
          <p:nvPr/>
        </p:nvSpPr>
        <p:spPr>
          <a:xfrm>
            <a:off x="8446760" y="1347339"/>
            <a:ext cx="1847502" cy="769441"/>
          </a:xfrm>
          <a:prstGeom prst="rect">
            <a:avLst/>
          </a:prstGeom>
          <a:solidFill>
            <a:srgbClr val="2F528F">
              <a:alpha val="38824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0.5%</a:t>
            </a:r>
            <a:endParaRPr lang="zh-CN" alt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8416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31AC-EA81-FBD1-E288-061CFDFD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B90D58C0-2F0F-2B13-6BD1-005D68B64733}"/>
              </a:ext>
            </a:extLst>
          </p:cNvPr>
          <p:cNvGrpSpPr/>
          <p:nvPr/>
        </p:nvGrpSpPr>
        <p:grpSpPr>
          <a:xfrm>
            <a:off x="0" y="147919"/>
            <a:ext cx="10188388" cy="733347"/>
            <a:chOff x="1026459" y="557573"/>
            <a:chExt cx="10188388" cy="733347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BB47C8C-48FE-58B7-6CDA-BA9D8B00A2BD}"/>
                </a:ext>
              </a:extLst>
            </p:cNvPr>
            <p:cNvSpPr/>
            <p:nvPr/>
          </p:nvSpPr>
          <p:spPr>
            <a:xfrm>
              <a:off x="1026459" y="557573"/>
              <a:ext cx="10188388" cy="73334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6" name="图片 45" descr="图片包含 户外, 标牌&#10;&#10;已生成极高可信度的说明">
              <a:extLst>
                <a:ext uri="{FF2B5EF4-FFF2-40B4-BE49-F238E27FC236}">
                  <a16:creationId xmlns:a16="http://schemas.microsoft.com/office/drawing/2014/main" id="{7745DF39-2FD6-F8F9-2E98-DFF12A6F6B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55" t="15329" b="5033"/>
            <a:stretch/>
          </p:blipFill>
          <p:spPr>
            <a:xfrm>
              <a:off x="1026459" y="557574"/>
              <a:ext cx="748553" cy="733346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630D63A-55E9-45DA-26D5-72354926B198}"/>
              </a:ext>
            </a:extLst>
          </p:cNvPr>
          <p:cNvSpPr txBox="1"/>
          <p:nvPr/>
        </p:nvSpPr>
        <p:spPr>
          <a:xfrm>
            <a:off x="783515" y="232462"/>
            <a:ext cx="6032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pc="600" dirty="0">
                <a:solidFill>
                  <a:schemeClr val="bg1"/>
                </a:solidFill>
                <a:latin typeface="Adobe Gothic Std B" panose="020B0800000000000000" pitchFamily="34" charset="-128"/>
              </a:rPr>
              <a:t>软件设计：谱面校验与写入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C3CE21-65A6-485A-96E1-2B667FF58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612" y="2939475"/>
            <a:ext cx="5557441" cy="19550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8C08D1B-6BB8-40EA-87F8-119BEA75F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70" y="1963619"/>
            <a:ext cx="2523565" cy="38353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F8452E9-E2A2-4D8C-A179-ECE9E0B19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2824" y="1963619"/>
            <a:ext cx="2988006" cy="3906800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36DC3D4-986F-4DC2-9369-96DBCAD9512D}"/>
              </a:ext>
            </a:extLst>
          </p:cNvPr>
          <p:cNvCxnSpPr/>
          <p:nvPr/>
        </p:nvCxnSpPr>
        <p:spPr>
          <a:xfrm>
            <a:off x="3111612" y="2474259"/>
            <a:ext cx="5404859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334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46</Words>
  <Application>Microsoft Office PowerPoint</Application>
  <PresentationFormat>宽屏</PresentationFormat>
  <Paragraphs>11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Adobe Gothic Std B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傅 永鸿</dc:creator>
  <cp:lastModifiedBy>文宵 薛</cp:lastModifiedBy>
  <cp:revision>110</cp:revision>
  <dcterms:created xsi:type="dcterms:W3CDTF">2018-10-08T11:44:05Z</dcterms:created>
  <dcterms:modified xsi:type="dcterms:W3CDTF">2025-12-11T17:00:21Z</dcterms:modified>
</cp:coreProperties>
</file>